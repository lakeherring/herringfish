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herringfish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Cryptography Math Attack Toolkit</a:t>
            </a:r>
          </a:p>
          <a:p>
            <a:r>
              <a:t>SHA-2 / SHA-3 / SHAKE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Research-oriented toolkit for mathematical cryptanalysis of hash functions.</a:t>
            </a:r>
          </a:p>
          <a:p>
            <a:r>
              <a:t>Focus on internal structures, not black-box collisions.</a:t>
            </a:r>
          </a:p>
          <a:p>
            <a:r>
              <a:t>Rust, cross-platform, release profile with LTO/opt-level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Families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SHA2 – SHA-256, SHA-512 variants</a:t>
            </a:r>
          </a:p>
          <a:p>
            <a:r>
              <a:t>SHA3 – Keccak-f permutation, SHA3-256/512</a:t>
            </a:r>
          </a:p>
          <a:p>
            <a:r>
              <a:t>SHAKE – SHAKE128, SHAKE256 extendable-output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primitives – SHA-256 compressor, Keccak-f, SHA3/SHAKE</a:t>
            </a:r>
          </a:p>
          <a:p>
            <a:r>
              <a:t>attack – Differential, Linear, Algebraic with common Attack trait</a:t>
            </a:r>
          </a:p>
          <a:p>
            <a:r>
              <a:t>math – Combinatorics, DDT, Keccak χ DDT, linear algebra, probability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cargo run -- --family SHA3 --attack differential --rounds 6</a:t>
            </a:r>
          </a:p>
          <a:p>
            <a:r>
              <a:t>cargo run -- --family SHA2 --attack differential --rounds 16</a:t>
            </a:r>
          </a:p>
          <a:p>
            <a:r>
              <a:t>cargo run -- --ddt</a:t>
            </a:r>
          </a:p>
          <a:p>
            <a:r>
              <a:t>cargo run -- --keccak-chi-ddt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round analysis for SHA-256 and Keccak-f</a:t>
            </a:r>
          </a:p>
          <a:p>
            <a:r>
              <a:t>Implement real DDT/linear approximation tables</a:t>
            </a:r>
          </a:p>
          <a:p>
            <a:r>
              <a:t>Add tests and ACVP vector validation</a:t>
            </a:r>
          </a:p>
          <a:p>
            <a:r>
              <a:t>Document compliance and side-channel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